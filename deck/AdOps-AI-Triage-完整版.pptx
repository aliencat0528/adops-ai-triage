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中位處理時數</c:v>
                </c:pt>
              </c:strCache>
            </c:strRef>
          </c:tx>
          <c:spPr>
            <a:solidFill>
              <a:srgbClr val="B84A16"/>
            </a:solidFill>
            <a:effectLst/>
          </c:spPr>
          <c:invertIfNegative val="0"/>
          <c:dLbls>
            <c:numFmt formatCode="0.0&quot;h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 次</c:v>
                  </c:pt>
                  <c:pt idx="1">
                    <c:v>1 次</c:v>
                  </c:pt>
                  <c:pt idx="2">
                    <c:v>2 次</c:v>
                  </c:pt>
                  <c:pt idx="3">
                    <c:v>3 次</c:v>
                  </c:pt>
                  <c:pt idx="4">
                    <c:v>4 次</c:v>
                  </c:pt>
                  <c:pt idx="5">
                    <c:v>5 次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6.4</c:v>
                </c:pt>
                <c:pt idx="1">
                  <c:v>7.9</c:v>
                </c:pt>
                <c:pt idx="2">
                  <c:v>11.4</c:v>
                </c:pt>
                <c:pt idx="3">
                  <c:v>12.4</c:v>
                </c:pt>
                <c:pt idx="4">
                  <c:v>17.1</c:v>
                </c:pt>
                <c:pt idx="5">
                  <c:v>19.1</c:v>
                </c:pt>
              </c:numCache>
            </c:numRef>
          </c:val>
        </c:ser>
        <c:dLbls>
          <c:numFmt formatCode="0.0&quot;h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Arial"/>
                  </a:rPr>
                  <a:t>來回釐清次數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3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佔工單量</c:v>
                </c:pt>
              </c:strCache>
            </c:strRef>
          </c:tx>
          <c:spPr>
            <a:solidFill>
              <a:srgbClr val="5C6B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L0 人工</c:v>
                  </c:pt>
                  <c:pt idx="1">
                    <c:v>L1 分診補件</c:v>
                  </c:pt>
                  <c:pt idx="2">
                    <c:v>L2 自助回覆</c:v>
                  </c:pt>
                  <c:pt idx="3">
                    <c:v>L3 自動診斷</c:v>
                  </c:pt>
                  <c:pt idx="4">
                    <c:v>L4 自動修復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25.3</c:v>
                </c:pt>
                <c:pt idx="2">
                  <c:v>19.2</c:v>
                </c:pt>
                <c:pt idx="3">
                  <c:v>28.3</c:v>
                </c:pt>
                <c:pt idx="4">
                  <c:v>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佔工程時數</c:v>
                </c:pt>
              </c:strCache>
            </c:strRef>
          </c:tx>
          <c:spPr>
            <a:solidFill>
              <a:srgbClr val="B84A1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L0 人工</c:v>
                  </c:pt>
                  <c:pt idx="1">
                    <c:v>L1 分診補件</c:v>
                  </c:pt>
                  <c:pt idx="2">
                    <c:v>L2 自助回覆</c:v>
                  </c:pt>
                  <c:pt idx="3">
                    <c:v>L3 自動診斷</c:v>
                  </c:pt>
                  <c:pt idx="4">
                    <c:v>L4 自動修復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22.4</c:v>
                </c:pt>
                <c:pt idx="1">
                  <c:v>34</c:v>
                </c:pt>
                <c:pt idx="2">
                  <c:v>7</c:v>
                </c:pt>
                <c:pt idx="3">
                  <c:v>27.3</c:v>
                </c:pt>
                <c:pt idx="4">
                  <c:v>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3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C6B7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開場一句話：這個專案的起點不是「我想做 AI」，而是「我看不見什麼」。所有資料皆為模擬生成，面試時務必主動說明。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這一頁的作用是建立同理，讓聽的人想起自己團隊也有一樣的爭執。不要急著講解法。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重點：不是工具不好，是欄位設計決定了哪些問題能被回答。這是資料工程的核心觀點。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順序很重要：不是先想做 AI，是先讓成本結構可見，再讓資料指出該蓋什麼。這是整份簡報的論證核心。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這條鏈是刻意寫進生成器的，後面的分析實際上是在驗證這條鏈能不能被資料本身還原出來。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面試時可以說：這三個尖峰不是我編的，是 2026 年真實發生的平台變更，而偵測層第一條規則就是為了接住它們。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這是全簡報最重要的一張圖。對數迴歸係數 0.2002，換算每次釐清 +22.2%。相關係數 -0.727 是全資料集最強的關聯。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這一頁是「資料反推系統設計」最有說服力的證據：直覺會告訴你先做診斷，資料說先做入口。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2026-01-12 Meta 移除 7d_view/28d_view，API 回空值不報錯，轉換數掉 15-40%，很多團隊查了兩天才發現。這就是靜默失敗。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面試常見追問：那增強型和複利型不重要嗎？答：複利型不直接產生效益，但它決定前三型三年後還有沒有效。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這頁對應我過往的實務經驗，圖為依通用形態繪製的推測版，實際專案細節可再校正。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紅線是這頁的重點。L0-L3 唯讀所以可以放心讓 AI 全權；L4 以下會寫入，所以要允許清單加風險分級。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檢驗一和檢驗二實際上導出了架構修正，不是事後補的說法。面試時可以強調：我對自己的設計做了反駁。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這頁通常最能引出好問題。準備好回答：那你怎麼知道自己沒有在挑對自己有利的數字？答：因為兩個反例都寫進去了。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收尾一句：這份規劃附帶一包可以直接開工的專案骨架，解壓縮、開 VS Code 就能接著做。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81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DESIGN · 模擬資料專案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AdOps AI Triage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29077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廣告支援工程需求單的 AI 化設計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35295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先找出成本結構，再決定該蓋什麼系統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224528"/>
            <a:ext cx="11057839" cy="12802"/>
          </a:xfrm>
          <a:prstGeom prst="rect">
            <a:avLst/>
          </a:prstGeom>
          <a:solidFill>
            <a:srgbClr val="35485C"/>
          </a:solidFill>
          <a:ln w="1270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 筆 × 54 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需求單資料集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1388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個月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31388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2025-08 ~ 2026-08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大平台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5848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· Google · LINE · Feed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0307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種組織情境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0307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代理商 · SaaS · 品牌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5998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資料為模擬生成，不含任何真實企業或客戶資料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問題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我看到的矛盾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兩邊都覺得自己在等對方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5349240" cy="22860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40280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BUYER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47802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投手說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898648"/>
            <a:ext cx="4910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 都不理我，一個追蹤問題拖三天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客戶一直問，我沒東西可以回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每次都要重新解釋一遍背景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2057400"/>
            <a:ext cx="5349240" cy="22860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240280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01384" y="247802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 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1384" y="2898648"/>
            <a:ext cx="4910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單子寫得我看不懂，光問清楚就三輪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說「數字不對」，但沒說哪個帳號、哪個指標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查完發現不是我方問題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681728"/>
            <a:ext cx="11057839" cy="117043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846320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這種爭論永遠停在感覺層次，因為沒有人握有數字。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9536" y="5266944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所以我的第一個問題不是「怎麼解決」，而是「為什麼沒有人能證明誰對」。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問題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現有工單系統的盲點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它答得出「多久」，答不出「為什麼」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3566160" cy="18745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6771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 小時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8096" y="2871216"/>
            <a:ext cx="3163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工單中位處理時間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這是現有系統唯一能給的答案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0288" y="2139696"/>
            <a:ext cx="1005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870448" y="2286000"/>
            <a:ext cx="575431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 10.3 小時裡，有多少在真正除錯？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有多少在等對方回訊息？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有多少花在查錯方向？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66928" y="4443984"/>
            <a:ext cx="11057839" cy="12802"/>
          </a:xfrm>
          <a:prstGeom prst="rect">
            <a:avLst/>
          </a:prstGeom>
          <a:solidFill>
            <a:srgbClr val="D3DBE3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0001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一般工單系統只記三件事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120640"/>
            <a:ext cx="2423160" cy="65836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120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什麼問題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4408" y="5120640"/>
            <a:ext cx="2423160" cy="65836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5120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誰處理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61888" y="5120640"/>
            <a:ext cx="2423160" cy="65836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5120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多久解決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33688" y="5120640"/>
            <a:ext cx="2691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欄位結構讓「為什麼」這個問題無法被回答 —— 這才是真正的問題。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資料設計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所以我補了三組欄位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設計資料的動機：讓看不見的成本變得可測量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67712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F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提單品質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完整度分數 0–100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缺漏欄位清單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來回釐清次數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9074" y="2084832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8530" y="2267712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48530" y="2505456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8530" y="2926080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根因大類 11 種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修復責任方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天復發標記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1221" y="2084832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0677" y="2267712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10677" y="2505456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可預防性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0677" y="2926080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自動化分級 L0–L4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可否主動偵測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建議偵測訊號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443984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每組欄位回答一個問題，每個答案直接對應一個系統設計決策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48097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時間到底花在哪？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98848" y="4809744"/>
            <a:ext cx="7125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提單助理（把成本擋在入口）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問題出在誰身上？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98848" y="5212080"/>
            <a:ext cx="7125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主動偵測器（Shift-Left）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5614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哪些不該變成工單？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98848" y="5614416"/>
            <a:ext cx="7125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知識檢索與回寫迴圈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資料設計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欄位，八個群組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每個欄位都是為了回答一個特定問題而存在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57839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4709160"/>
                <a:gridCol w="4206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群組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代表欄位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設計理由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工單識別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工單編號 · 提單時間 · 組織情境 · 提單人角色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三種公司型態可切片比較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客戶脈絡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客戶品牌 · 產業別 · SLA 等級 · 建站平台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建站平台直接決定根因分布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問題描述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大類 · 細類 · 標題 · 自由文字 · 平台 · 資產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分診模型的輸入與評測基準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技術上下文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追蹤方式 · 環境 · 可重現性 · 發生起始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決定要跑哪一支診斷探針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影響量化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嚴重度 · 優先級 · 日花費 · 指標前後值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讓「省下多少錢」可被算出來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提單品質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完整度分數 · 缺漏欄位 · 釐清次數 · 重複單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全案最關鍵，成本放大器在這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 處理與根因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根因 · 處理方式 · 時數 · 重啟 · 復發 · CSAT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判斷哪些能被預防的依據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 AI 標註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分級 L0–L4 · 可否預防 · 偵測訊號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規劃層標註，餵給機會分析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70585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核心因果鏈：資訊完整度 ↓ → 釐清次數 ↑ → 處理時數 ×(1 + 0.38 × 釐清次數) → 滿意度 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資料設計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錨定在 2026 年真實平台事件上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與其全部虛構，不如讓資料有可驗證的骨架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11057839" cy="102412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76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52928" y="2157984"/>
            <a:ext cx="84975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移除 7d_view / 28d_view 歸因視窗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52928" y="2505456"/>
            <a:ext cx="849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回空值而非報錯，第三方工具收到空白卻無告警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52928" y="2761488"/>
            <a:ext cx="849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張工單 · 中位處理 17.1 小時 · 完整度僅 45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11057839" cy="102412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52928" y="3328416"/>
            <a:ext cx="84975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Signals 不再控管 GA4 → Ads 資料流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52928" y="3675888"/>
            <a:ext cx="849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ad_storage 成為唯一閘門，雙向故障：受眾歸零或超收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2928" y="3931920"/>
            <a:ext cx="849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張工單 · 中位處理 29.4 小時 · 完整度僅 47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389120"/>
            <a:ext cx="11057839" cy="102412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5171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全年 · 檔期放大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52928" y="4498848"/>
            <a:ext cx="84975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Center 價格庫存與到達頁不符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852928" y="4846320"/>
            <a:ext cx="849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爬蟲比對 feed 值與到達頁，2026 年第一大拒登原因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52928" y="5102352"/>
            <a:ext cx="849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類工單最大宗 · 根因指向上游 ERP / OMS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632704"/>
            <a:ext cx="11057839" cy="658368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5632704"/>
            <a:ext cx="104726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這些工單的完整度只有 45–47（全體中位 56），處理時數卻是基準的 1.7–2.9 倍 —— 靜默失敗的典型特徵。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26948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發現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釐清次數是成本放大器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每多問一次，代價 22.2%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29968"/>
          <a:ext cx="6858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90688" y="2029968"/>
            <a:ext cx="3834079" cy="96926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91856" y="2157984"/>
            <a:ext cx="34317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+22.2%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991856" y="2761488"/>
            <a:ext cx="34317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每多一次釐清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處理時數增加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90688" y="3145536"/>
            <a:ext cx="3834079" cy="96926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1856" y="3273552"/>
            <a:ext cx="34317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-0.727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91856" y="3877056"/>
            <a:ext cx="34317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完整度與釐清次數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相關係數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90688" y="4261104"/>
            <a:ext cx="3834079" cy="96926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91856" y="4389120"/>
            <a:ext cx="34317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91856" y="4992624"/>
            <a:ext cx="34317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只有這麼多工單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一次到位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滿意度同步下滑：釐清 0 次 4.39 分 → 釐清 5 次 3.10 分。每一次「請問你說的是哪個帳號」，同時在燒工程時數和客戶耐心。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26948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發現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最貴的不是難題，是講不清楚的題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違反直覺的一筆數字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29968"/>
          <a:ext cx="7132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65008" y="2029968"/>
            <a:ext cx="3559759" cy="150876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84464" y="2212848"/>
            <a:ext cx="31208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反直覺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84464" y="2450592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只佔 25.3% 的量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84464" y="2871216"/>
            <a:ext cx="312084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卻吃掉 34.0% 的工程時數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是所有分級中最高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65008" y="3703320"/>
            <a:ext cx="3559759" cy="152704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464" y="3886200"/>
            <a:ext cx="31208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更反直覺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84464" y="4123944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中位 15.4 小時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84464" y="4544568"/>
            <a:ext cx="31208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比真正需要人工深度介入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 L0（12.1 小時）還久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5440680"/>
            <a:ext cx="11057839" cy="658368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5440680"/>
            <a:ext cx="104726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如果只能做一件事，做提單助理，不做診斷 Agent —— 診斷再聰明，也救不了一張「客戶說數字不對，很急」的單。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26948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發現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近半數工單可以在發生前攔截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 標註為可預防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109728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偵測器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訊號來源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可攔截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對應工時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Changelog 監控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平台變更公告 × 客戶使用參數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4A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810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健檢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值 vs 到達頁逐項比對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321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 巡檢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每日爬頁比對觸發指紋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47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253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憑證到期預警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到期日與 API 錯誤率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GTM 發布哨兵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容器發布後自動回歸測試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151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05088" y="2103120"/>
            <a:ext cx="2919679" cy="146304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06256" y="2231136"/>
            <a:ext cx="25173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906256" y="2834640"/>
            <a:ext cx="25173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工單標註為可預防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另有 15.9% 部分可預防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05088" y="3712464"/>
            <a:ext cx="2919679" cy="13716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24544" y="3913632"/>
            <a:ext cx="2480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共同點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24544" y="4334256"/>
            <a:ext cx="2480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問題發生時系統知道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只是沒有人在看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539496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監控單獨一項就對應 810 小時 —— 因為它攔截的正是「API 不報錯但回空值」的靜默失敗。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設計原則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介入的四種型態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「取代人做的事」和「讓事情不發生」是兩件事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5346040" cy="14173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形狀不變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替代型　Substitution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同一條流程，人做的動作換 AI 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流程形狀不變，單位成本下降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2084832"/>
            <a:ext cx="5346040" cy="141732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形狀改變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81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預防型　Prevention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2926080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改變流程本身，讓工單不產生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工單總量下降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5346040" cy="14173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941064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形狀不變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" y="4178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增強型　Augmentation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" y="4599432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人仍在流程中，但 AI 給更好的輸入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決策品質與速度提升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3758184"/>
            <a:ext cx="5346040" cy="141732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3941064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自我改變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8184" y="4178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複利型　Compounding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4599432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系統從每次結案學習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前三型的覆蓋率隨時間上升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468112"/>
            <a:ext cx="11057839" cy="676656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5468112"/>
            <a:ext cx="104726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權重刻意不平均：預防型（48.9% 可預防）與替代型的入口（34.0% 工時）是主戰場。若資源只夠做兩型，做這兩型。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16636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替代型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直接接手的人為動作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同一條流程，把人做的動作換成 AI 做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931920"/>
                <a:gridCol w="64008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原本人在做什麼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換成什麼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資料佐證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手動填寫工單、被追問補資料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 Agent 結構化抽取 + 動態必填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釐清 2.27 次／單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判斷這單屬於哪類、該給誰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規則引擎 + few-shot 分類與路由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轉單率 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翻文件回答重複問題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Agent 附引用回覆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教育說明 26.9%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登入各平台後台截圖比對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七支唯讀探針自動取數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缺附件工單 27.0%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手動重推 feed、重試 API、續期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低風險自動修復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級工單 7.3%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手動爬客戶網站抓商品、產 feed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商品資料管線（見下一頁）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類工單最大宗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最後一列是我過往實際做過的類型：把人為爬資料與產 feed 自動化。它不是這套系統的附屬功能，而是另一條完整產線。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32104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商品資料管線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把人為爬資料與產 feed 自動化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這條產線的 AI 化屬於典型的替代型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705813" cy="5486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103120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72741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37333" y="2103120"/>
            <a:ext cx="1705813" cy="5486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7333" y="2103120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43146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7738" y="2103120"/>
            <a:ext cx="1705813" cy="5486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7738" y="2103120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正規化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13552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8144" y="2103120"/>
            <a:ext cx="1705813" cy="5486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8144" y="2103120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品質檢核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83957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8549" y="2103120"/>
            <a:ext cx="1705813" cy="5486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8549" y="2103120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產製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54362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18954" y="2103120"/>
            <a:ext cx="1705813" cy="5486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18954" y="2103120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多平台適配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2761488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站點結構自動判讀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273552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免逐站寫規則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37333" y="2761488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優先，LLM 後備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37333" y="3273552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失效自動重新定位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07738" y="2761488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品類對映各平台分類樹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07738" y="3273552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品牌正規化 · 同商品合併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8144" y="2761488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價格異常偵測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8144" y="3273552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政策風險預判，拒登前先攔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8549" y="2761488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標題描述改寫符合規格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8549" y="3273552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差異更新，只推變動商品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18954" y="2761488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各平台欄位規格自動對映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918954" y="3273552"/>
            <a:ext cx="1705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拒登原因回讀自動修正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2724912"/>
            <a:ext cx="11057839" cy="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介入點</a:t>
            </a:r>
            <a:endParaRPr lang="en-US" sz="100" dirty="0"/>
          </a:p>
        </p:txBody>
      </p:sp>
      <p:sp>
        <p:nvSpPr>
          <p:cNvPr id="36" name="Shape 34"/>
          <p:cNvSpPr/>
          <p:nvPr/>
        </p:nvSpPr>
        <p:spPr>
          <a:xfrm>
            <a:off x="566928" y="3986784"/>
            <a:ext cx="5346040" cy="1700784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4169664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關鍵洞察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6384" y="44074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最有價值的不是生成文案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6384" y="4828032"/>
            <a:ext cx="490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是抽取層的自我修復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傳統爬蟲靠人維護 selector，客戶網站一改版就整批失效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改成 JSON-LD 優先加 LLM 後備，改版從故障變成一次人審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78728" y="3986784"/>
            <a:ext cx="5346040" cy="170078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8184" y="4169664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人在哪裡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8184" y="44074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三個人工閘門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98184" y="4828032"/>
            <a:ext cx="490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 selector 上線前人審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價格異常超過門檻停推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文案改寫首次上線抽審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與工單系統的銜接：品質檢核結果直接成為 Feed 健檢偵測器的訊號源，不必等客戶投訴。兩套系統共用「商品資料的真實狀態」這個底座。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七層，以及一條把整套系統分成兩半的紅線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5179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52928" y="151790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六個主動偵測器 · 在開單之前攔截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482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482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受理層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2928" y="204825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提單助理 · 完整度評分 · 自動補件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786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78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分診層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2928" y="2578608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規則優先 · 相似單檢索 · 影響面計算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08960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1089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診斷層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52928" y="31089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七支唯讀探針 · Top-3 根因假設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187952"/>
            <a:ext cx="8595360" cy="438912"/>
          </a:xfrm>
          <a:prstGeom prst="rect">
            <a:avLst/>
          </a:prstGeom>
          <a:solidFill>
            <a:srgbClr val="31241C"/>
          </a:solidFill>
          <a:ln w="12700">
            <a:solidFill>
              <a:srgbClr val="5A3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1879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187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處置層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52928" y="418795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受控執行 · 允許清單 · 三級風險閘門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8595360" cy="438912"/>
          </a:xfrm>
          <a:prstGeom prst="rect">
            <a:avLst/>
          </a:prstGeom>
          <a:solidFill>
            <a:srgbClr val="31241C"/>
          </a:solidFill>
          <a:ln w="12700">
            <a:solidFill>
              <a:srgbClr val="5A3A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7183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7183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52928" y="471830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重跑原始檢測 · soak 期 · 未過退回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248656"/>
            <a:ext cx="8595360" cy="438912"/>
          </a:xfrm>
          <a:prstGeom prst="rect">
            <a:avLst/>
          </a:prstGeom>
          <a:solidFill>
            <a:srgbClr val="31241C"/>
          </a:solidFill>
          <a:ln w="12700">
            <a:solidFill>
              <a:srgbClr val="5A3A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2486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52928" y="524865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知識回寫 · 根因聚類 · 提案新偵測器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36210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以上唯讀，錯了最多是誤報　　以下會寫入，每個動作都必須來自允許清單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3913632"/>
            <a:ext cx="8595360" cy="18288"/>
          </a:xfrm>
          <a:prstGeom prst="rect">
            <a:avLst/>
          </a:prstGeom>
          <a:solidFill>
            <a:srgbClr val="B84A16"/>
          </a:solidFill>
          <a:ln w="12700">
            <a:solidFill>
              <a:srgbClr val="B84A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1463040"/>
            <a:ext cx="2050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六個 Agent · 模型路由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73768" y="1920240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提單助理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640288" y="1920240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73768" y="2304288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分診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640288" y="2304288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 + 規則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573768" y="2688336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檢索回覆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640288" y="2688336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573768" y="3072384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640288" y="3072384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573768" y="3456432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修復規劃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640288" y="3456432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73768" y="3840480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驗證回寫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40288" y="3840480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73768" y="4398264"/>
            <a:ext cx="20509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全案只有診斷 Agent 值得用最強模型。其他若需升級，先檢查是不是 prompt 或 schema 設計有問題。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66928" y="58887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學到的規則回饋成 L0 的新偵測器 —— 這條迴圈是系統越用越省的原因。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16636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三條性質完全不同的流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把它們混在一條管線裡，是這類系統最常見的架構錯誤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66544"/>
          <a:ext cx="11057839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  <a:gridCol w="1828800"/>
                <a:gridCol w="164592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內容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延遲要求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失敗後果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工單流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需求單本體 · 狀態變更 · 釐清對話 · 稽核 log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事件驅動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秒級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使用者當下卡住，立即可見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遙測流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平台指標快照 · Tag 巡檢 · Feed 比對 · EMQ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批次（時／日）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分鐘～小時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偵測延遲，問題晚被發現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知識流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結案摘要 · 根因 · 平台文件 · 向量索引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結案觸發 + 日重建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答案過時，但不會出錯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315968"/>
            <a:ext cx="196596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3159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32888" y="43159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07208" y="4315968"/>
            <a:ext cx="196596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07208" y="43159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擷取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73168" y="43159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47488" y="4315968"/>
            <a:ext cx="196596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47488" y="43159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原始落地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13448" y="43159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87768" y="4315968"/>
            <a:ext cx="196596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87768" y="43159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53728" y="43159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528048" y="4315968"/>
            <a:ext cx="196596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28048" y="43159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消費端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4992624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個資遮蔽閘門在服務層與消費端之間：任何資料進入 LLM 之前，email、電話、雜湊識別碼都必須先被遮蔽。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66928" y="543153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批次與事件的分界原則：人在等的走事件驅動，機器在看的走批次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刻意不做串流 —— 中位處理 10.3 小時的尺度下，把偵測延遲從一小時壓到一分鐘對北極星指標沒有可測量的影響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人機邊界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畫線，然後反駁自己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三道判準，以及三個把自己的判準拆開來檢查的問題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2103120" cy="512064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048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可逆嗎？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98648" y="2048256"/>
            <a:ext cx="2103120" cy="512064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048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誰承擔後果？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30368" y="2048256"/>
            <a:ext cx="2103120" cy="512064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2048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錯了看得出來嗎？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90688" y="2048256"/>
            <a:ext cx="3834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三題有任何一題不及格 → 人決策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017520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檢驗一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" y="3255264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把「做不到」偽裝成「不該做」？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675888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中風險只要單人核准，理由是可逆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但回退期間的資料缺口不可逆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延長 soak 期並顯示缺口量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9074" y="2834640"/>
            <a:ext cx="3533546" cy="214884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8530" y="3017520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檢驗二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48530" y="3255264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人是在決策還是按核准鍵？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8530" y="3675888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核准通過率長期 &gt;95% 等於橡皮圖章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護欄是假的，只是轉嫁責任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把通過率列為監控指標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1221" y="2834640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017520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檢驗三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10677" y="3255264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失敗時誰知道、多久知道？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10677" y="3675888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擋錯單、分錯類都是靜默失敗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沒人發現比做錯更危險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影子佇列每日人工掃描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230368"/>
            <a:ext cx="11057839" cy="71323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230368"/>
            <a:ext cx="1047262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高風險動作 —— 動預算、改出價、刪除受眾、變更 schema —— 永遠只建議，不執行。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4757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47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它是人機協作的介面，不是報表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而且必須在第一個 AI 功能上線之前就存在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3533546" cy="18288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49424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值班工程師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487168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戰情層　Now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907792"/>
            <a:ext cx="30946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現在有什麼需要我處理？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待核准動作佇列 · 偵測器告警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soak 期監控中 · 影子佇列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9074" y="2066544"/>
            <a:ext cx="3533546" cy="18288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8530" y="2249424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處理工程師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48530" y="2487168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診斷層　Why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8530" y="2907792"/>
            <a:ext cx="30946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這筆 AI 判斷可信嗎？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探針原始輸出不做二次加工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根因假設 + 信心分數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1221" y="2066544"/>
            <a:ext cx="3533546" cy="182880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0677" y="2249424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團隊主管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10677" y="2487168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治理層　Trend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10677" y="2907792"/>
            <a:ext cx="30946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這套系統有沒有變好？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趨勢 · 核准通過率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 率 · 誤執行計數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059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放在哪個階段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16368" y="40599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這時候不做會怎樣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觀測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50008" y="4407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儀表板，沒有任何 AI 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16368" y="4407408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沒有基線，之後所有改善都無法證明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828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收斂入口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50008" y="4828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加上提單品質即時面板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16368" y="4828032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擋錯單沒人發現，變成靜默失敗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52486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知識與診斷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350008" y="52486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 AI 決策審視台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16368" y="5248656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無法判斷 AI 的建議該不該信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669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預防與修復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350008" y="5669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加上偵測器戰情牆與核准佇列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16368" y="5669280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受控自動化失去「受控」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1447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治理層可以直接吃分析腳本產出的 JSON —— 這代表本專案現在就能做出治理層的可運作版本。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工程交付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系統的 CI 要多守兩件事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模型行為會漂移，而且錯誤是機率性的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5346040" cy="56692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66544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20665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/ type / unit test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67328" y="2066544"/>
            <a:ext cx="196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一般程式錯誤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2066544"/>
            <a:ext cx="5346040" cy="56692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3320" y="2066544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09080" y="20665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契約驗證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479128" y="2066544"/>
            <a:ext cx="196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硬寫字串造成的分類漂移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724912"/>
            <a:ext cx="5346040" cy="566928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24912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探針唯讀靜態掃描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67328" y="2724912"/>
            <a:ext cx="196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探針悄悄變成有寫入能力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8728" y="2724912"/>
            <a:ext cx="5346040" cy="566928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3320" y="2724912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09080" y="2724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引用檢查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79128" y="2724912"/>
            <a:ext cx="196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繞過允許清單的修復動作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383280"/>
            <a:ext cx="5346040" cy="56692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97280" y="3383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資料再現性 hash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67328" y="3383280"/>
            <a:ext cx="196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生成器被改動導致結論失效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78728" y="3383280"/>
            <a:ext cx="5346040" cy="566928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3320" y="3383280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09080" y="3383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黃金集回歸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79128" y="3383280"/>
            <a:ext cx="196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模型行為漂移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409651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橘色三道在一般後端專案不存在，卻是這套架構的安全承諾能不能兌現的實際執行機制。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4517136"/>
            <a:ext cx="11057839" cy="12802"/>
          </a:xfrm>
          <a:prstGeom prst="rect">
            <a:avLst/>
          </a:prstGeom>
          <a:solidFill>
            <a:srgbClr val="D3DBE3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00016"/>
            <a:ext cx="5346040" cy="146304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882896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兩層護欄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" y="512064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管的不只是機器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" y="5541264"/>
            <a:ext cx="490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「探針只能唯讀」在程式層是 code review 紅線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IAM 層則是物理限制：服務帳號只綁 read 角色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就算 LLM 幻覺出寫入呼叫，平台直接回 403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78728" y="4700016"/>
            <a:ext cx="5346040" cy="14630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8184" y="4901184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灰度與自動回滾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8184" y="5321808"/>
            <a:ext cx="490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影子模式：跑但不生效，累積 48 小時才上 prod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回滾觸發：準確率跌破基線 5%、誤執行 &gt; 0、成本超支 30%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誤執行計數必須永遠是 0，非 0 即自動降級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導入路線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四階段，每階段都有退出條件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達不到就不進下一階段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66544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420624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階段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週期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做什麼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退出條件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觀測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週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只收單、只標註、不介入。建立 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完整度與釐清次數有 4 週穩定基線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收斂入口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週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上線提單助理與分診。人仍全權處理內容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完整度中位 +15 分、釐清次數中位 ≤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知識與診斷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週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知識庫回覆 + 診斷探針 + 決策審視台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覆蓋率達標、誤判率 &lt; 5%、reopen 不上升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預防與修復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週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六偵測器全開 + 低風險自動修復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4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復發率下降、高風險誤執行 =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6817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明確不做清單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5047488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不做全自動修復，高風險永遠只建議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78728" y="5047488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不做廣告成效優化建議，那是投手的專業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5413248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不做即時串流，日批加事件觸發足夠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78728" y="5413248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不自建向量資料庫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779008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不做多語系，先繁中單一市場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78728" y="5779008"/>
            <a:ext cx="534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不碰真實客戶資料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61996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寫下不做什麼，比寫下要做什麼更能保護專案。要推翻任何一條，都必須先寫一份架構決策紀錄。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成效衡量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樹與可回收工時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所有基線都由分析腳本從資料算出，沒有一個是手寫的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6949440" cy="475488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66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北極星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29968" y="2066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每張工單的工程實際投入工時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79008" y="20665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5.13 h / 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15184"/>
            <a:ext cx="6949440" cy="47548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151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9968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資訊完整度 ↑ → 釐清次數 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79008" y="26151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分 / 2.27 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6949440" cy="47548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1638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9968" y="31638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自動結案率 ↑ → 首次回應 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79008" y="31638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/ 296 分鐘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712464"/>
            <a:ext cx="6949440" cy="47548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7124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29968" y="37124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重啟次數 ↓ → 滿意度 ↑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79008" y="37124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13.4% / 3.81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6949440" cy="47548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2611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29968" y="42611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天復發率 ↓ → 工單總量 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79008" y="4261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8.6% / 640 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82128" y="2066544"/>
            <a:ext cx="3742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可回收工時的保守估算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82128" y="2432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釐清成本消除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68128" y="2432304"/>
            <a:ext cx="1456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1,262.5 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82128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診斷加速（50%）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68128" y="2816352"/>
            <a:ext cx="1456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448.6 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82128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自動修復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68128" y="3200400"/>
            <a:ext cx="1456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305.9 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82128" y="3584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知識自助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68128" y="3584448"/>
            <a:ext cx="1456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231.0 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82128" y="4114800"/>
            <a:ext cx="3742639" cy="118872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3296" y="4242816"/>
            <a:ext cx="33403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53.0%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083296" y="4846320"/>
            <a:ext cx="334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聯集上限 1,743 小時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已扣除重疊，非直接相加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5541264"/>
            <a:ext cx="11057839" cy="749808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5541264"/>
            <a:ext cx="1047262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為什麼說是「上限」而不是「預期」：這是理論天花板。AI 有誤判率、人有適應期，實際落地必然低於此值。刻意不給「預期節省 X%」，因為那需要導入後的數據才算得出來。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16636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誠實度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兩個推翻我自己假設的發現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如果資料只用來證實既有想法，就不需要蒐集資料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5346040" cy="246888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反例 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「越急越講不清楚」只部分成立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4907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急件完整度 50，四級中最低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P3 排程單也只有 52，P1 反而最高（59）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低完整度有兩種成因：急件來不及寫、低優先級懶得寫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護欄必須分開設計，不能一套打天下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2084832"/>
            <a:ext cx="5346040" cy="246888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反例 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81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重複工單根本不是問題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2926080"/>
            <a:ext cx="4907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重複單率僅 1.1%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原本假設的「重複提問浪費」不成立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重複單偵測在架構中降級為次要功能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資源全部集中在釐清成本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846320"/>
            <a:ext cx="11057839" cy="12802"/>
          </a:xfrm>
          <a:prstGeom prst="rect">
            <a:avLst/>
          </a:prstGeom>
          <a:solidFill>
            <a:srgbClr val="D3DBE3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50292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同樣的誠實：拒絕業界常見的效益灌水算法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37667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多數廠商把 deflection（客戶放棄詢問）計入 resolution（問題真的被解決），本專案明確區分兩者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不引用任何外部「AI 解決率」基準，只用自己資料算出的上限，並標明是理論天花板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交付與亮點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規劃不是終點，是開發的起點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1,743 小時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可回收工程時數上限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佔總工時 53.0%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9968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2848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個測試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82848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含因果鏈驗證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資料還原不出關聯就 CI 紅燈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道 CI 護欄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15888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探針唯讀掃描 · 允許清單檢查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分類法漂移檢查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66047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8927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個任務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48927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六階段編號 backlog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解壓縮就能接著開發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584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這個專案想證明的三件事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9684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9867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從資料反推系統，不是從技術反推需求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61104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「L1 只佔 25.3% 工單卻吃掉 34% 工時」直接決定了投資順序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6268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安全設計是架構的一部分，不是附加條款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919472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唯讀邊界、允許清單、風險閘門，每條都對應一個具體失敗模式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2852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5303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規劃書與程式共用同一份 spec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5577840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分類法與動作清單抽成 YAML，文件與實作不會不同步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998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資料為模擬生成，不含任何真實企業或客戶資料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aliencatuniverse.tw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AdOps AI Triage</dc:title>
  <dc:subject>廣告支援工程需求單的 AI 化設計</dc:subject>
  <dc:creator>Angel</dc:creator>
  <cp:lastModifiedBy>Angel</cp:lastModifiedBy>
  <cp:revision>1</cp:revision>
  <dcterms:created xsi:type="dcterms:W3CDTF">2026-08-23T21:57:27Z</dcterms:created>
  <dcterms:modified xsi:type="dcterms:W3CDTF">2026-08-23T21:57:27Z</dcterms:modified>
</cp:coreProperties>
</file>